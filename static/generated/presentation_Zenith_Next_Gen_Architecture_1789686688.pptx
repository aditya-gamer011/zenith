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Zenith Next Gen Architecture: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enith_next_gen_architectur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64207"/>
            <a:ext cx="4937760" cy="35295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Zenith Next Gen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Sovereign Command &amp; Multi-Agent Intelligence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Zenith Next Gen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0175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Overview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Key presentation takeaway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enith_next_gen_architectur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16480"/>
            <a:ext cx="4297680" cy="28651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Strategic Context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Market dynamics and foundational objectives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Addressing critical industry shifts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Capitalizing on high-growth segments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Eliminating systemic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ic_context__opportunity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13584"/>
            <a:ext cx="4389120" cy="24709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Core Architecture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Precision Execution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High-performance pipeline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Sub-second response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3978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Scalable Integration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Zero-friction onboarding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Enterprise security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02116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Continuous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Real-time telemetry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Automated feedback loops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Performance &amp; Impact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99.99%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Reliability SLA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Mission-critical 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747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891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373"/>
                </a:solidFill>
              </a:defRPr>
            </a:pPr>
            <a:r>
              <a:t>3.5x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891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Throughput Velocity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Accelerated cycle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342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-45%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Operational Overhead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Cost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937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80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373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80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Data Integrity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ACID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formance__impact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Modern vs Legacy Paradigm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Legacy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Siloed, manual processes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Static, rigid report templates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Fragmented data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Zenith Modern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Autonomous, integrated agent workflow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Kinetic, interactive 3D presentations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Unified graph memory architecture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Execution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1: Foundation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Core engine rollout and baseline validation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2: Scale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Ecosystem integration and multi-team onboarding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3: Autonomy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Autonomous optimization and real-time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ution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598"/>
            <a:ext cx="3108960" cy="20668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