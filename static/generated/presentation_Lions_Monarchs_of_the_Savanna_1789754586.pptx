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Trajectory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35.0</c:v>
                </c:pt>
                <c:pt idx="1">
                  <c:v>60.0</c:v>
                </c:pt>
                <c:pt idx="2">
                  <c:v>95.0</c:v>
                </c:pt>
                <c:pt idx="3">
                  <c:v>140.0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ons_monarchs_of_the_savann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2445"/>
            <a:ext cx="4937760" cy="42931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Lions: Monarchs of the Savanna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Ecology, Social Dynamics, and Conservation of Panthera leo</a:t>
            </a:r>
          </a:p>
          <a:p>
            <a:pPr>
              <a:spcBef>
                <a:spcPts val="2000"/>
              </a:spcBef>
              <a:defRPr sz="1300">
                <a:solidFill>
                  <a:srgbClr val="64748B"/>
                </a:solidFill>
              </a:defRPr>
            </a:pPr>
            <a:r>
              <a:t>Prepared for Aditya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Panthera leo: The King of Beasts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gnificent_male_lion_portrait_sava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14550"/>
            <a:ext cx="4937760" cy="32689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Scientific Name: Panthera leo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Apex predator of sub-Saharan Africa and small relict population in India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Symbol of strength, courage, and majesty across human civilization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Social Architecture: The Lion Pride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on_pride_resting_together_acacia_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Only truly social cat species in the world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Core unit: A pride consisting of 1-4 related adult males, multiple related females, and dependent cubs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Female alliance: Females remain in their natal pride for life, cooperating on hunting and cub-rearing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Coalition dynamics: Males form coalitions to conquer and defend prides from rival nomads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Hunting Ecology &amp; Tactics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Hunting Ecology &amp; Tactics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• Cooperative ambush predators specializing in medium to large ungulates (zebras, wildebeest, buffalo)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• Division of labor: Lionesses perform 85-90% of hunting through coordinated tactical flanking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• Night hunters: Superior rod-rich vision grants optimal nocturnal hunting advantage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• Apex status: Direct competition with hyenas, leopards, and wild dogs for territory and 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oness_hunting_stalking_in_tall_gr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515616"/>
            <a:ext cx="4389120" cy="246684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Physiological Mastery &amp; Adaptations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92240" y="146304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Data Insights &amp; Metrics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Exceptional sexual dimorphism: Males possess dense manes signaling hormonal vigor and genetic fitness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Auditory power: Roars carry up to 5 miles (8 km) across the savanna to signal territory boundaries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Athletic power: Capable of short bursts up to 50 mph (80 km/h) and leaps over 36 feet (11 meters)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Subspecies Diversity &amp; Conservation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Subspecies &amp;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Conservation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Status &amp; Preservation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ndangered_wild_lioness_looking_int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88819"/>
            <a:ext cx="493776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Panthera leo leo (Barbary / Asian lion populations)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Panthera leo melanochaita (Southern and East African lions)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Drastic population collapse: Down to ~20,000–25,000 wild individuals across Africa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Primary threats: Habitat fragmentation, human-wildlife conflict, and prey depletion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Historical Symbolism &amp; Cultural Legacy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cient_stone_lion_sculpture_histor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37994"/>
            <a:ext cx="4937760" cy="30220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Mesopotamian &amp; Egyptian iconography: Associated with solar deities, royalty, and divine protection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Heraldry &amp; Architecture: Widespread emblem of sovereignty across European and Asian dynasties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Cultural duality: Revered simultaneously as a symbol of noble justice and untamed terror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Sovereign Future of Panthera leo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jestic_lion_overlooking_african_s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Prides ensure generational survival through cooperative defensive strategies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Conservation requires urgent landscape connectivity and anti-poaching measures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Preserving the king of beasts secures entire savanna ecosystems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