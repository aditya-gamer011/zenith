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fortnite.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fortnite.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fortnite.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fortnite.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fortnite.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fortnite.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373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4F6"/>
                </a:solidFill>
                <a:latin typeface="Plus Jakarta Sans"/>
              </a:defRPr>
            </a:pPr>
            <a:r>
              <a:t>Fortnite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95A2"/>
                </a:solidFill>
                <a:latin typeface="Inter"/>
              </a:defRPr>
            </a:pPr>
            <a:r>
              <a:t>Executive Briefing &amp; Comprehensive Analysis of fortnite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  <a:latin typeface="Plus Jakarta Sans"/>
              </a:defRPr>
            </a:pPr>
            <a:r>
              <a:t>Executive Briefing →</a:t>
            </a:r>
          </a:p>
        </p:txBody>
      </p:sp>
      <p:pic>
        <p:nvPicPr>
          <p:cNvPr id="7" name="Picture 6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F4F4F6"/>
                </a:solidFill>
                <a:latin typeface="Plus Jakarta Sans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D4A373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F4F4F6"/>
                </a:solidFill>
                <a:latin typeface="Plus Jakarta Sans"/>
              </a:defRPr>
            </a:pPr>
            <a:r>
              <a:t>10x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99.4%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Top 1%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MODERN ADVANCED FORTNITE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E37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Rigorous baseline profiling and standardization of fortnite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