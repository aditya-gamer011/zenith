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Autonomous Agent Architecture: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nomous_agent_architectur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1"/>
            <a:ext cx="4937760" cy="2779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DA15E"/>
          </a:solidFill>
          <a:ln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FBF7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DFBF7"/>
                </a:solidFill>
              </a:defRPr>
            </a:pPr>
            <a:r>
              <a:t>Autonomous Agent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606C38"/>
                </a:solidFill>
              </a:defRPr>
            </a:pPr>
            <a:r>
              <a:t>Foundations of Self-Directing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C2B29F"/>
                </a:solidFill>
              </a:defRPr>
            </a:pPr>
            <a:r>
              <a:t>Prepared for Zenith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Autonomous 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01752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Overview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Key presentation takeaway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tonomous_agent_architectur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34387"/>
            <a:ext cx="4297680" cy="282930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Strategic Context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DA15E"/>
                </a:solidFill>
              </a:defRPr>
            </a:pPr>
            <a:r>
              <a:t>Market dynamics and foundational objectives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Addressing critical industry shifts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Capitalizing on high-growth segments</a:t>
            </a:r>
          </a:p>
          <a:p>
            <a:pPr>
              <a:spcBef>
                <a:spcPts val="1000"/>
              </a:spcBef>
              <a:defRPr sz="1400">
                <a:solidFill>
                  <a:srgbClr val="C2B29F"/>
                </a:solidFill>
              </a:defRPr>
            </a:pPr>
            <a:r>
              <a:t>• Eliminating systemic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ic_context__opportunity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13584"/>
            <a:ext cx="4389120" cy="24709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Core Architecture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32378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Precision Execution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High-performance pipeline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Sub-second response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3978" y="1783080"/>
            <a:ext cx="548640" cy="73152"/>
          </a:xfrm>
          <a:prstGeom prst="roundRect">
            <a:avLst/>
          </a:prstGeom>
          <a:solidFill>
            <a:srgbClr val="60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Scalable Integration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Zero-friction onboarding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Enterprise security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54480"/>
            <a:ext cx="3332378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02116" y="1783080"/>
            <a:ext cx="548640" cy="73152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Continuous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Real-time telemetry</a:t>
            </a:r>
          </a:p>
          <a:p>
            <a:pPr>
              <a:spcBef>
                <a:spcPts val="800"/>
              </a:spcBef>
              <a:defRPr sz="1300">
                <a:solidFill>
                  <a:srgbClr val="C2B29F"/>
                </a:solidFill>
              </a:defRPr>
            </a:pPr>
            <a:r>
              <a:t>• Automated feedback loops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Performance &amp; Impact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6C38"/>
                </a:solidFill>
              </a:defRPr>
            </a:pPr>
            <a:r>
              <a:t>99.99%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Reliability SLA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Mission-critical 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747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891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DA15E"/>
                </a:solidFill>
              </a:defRPr>
            </a:pPr>
            <a:r>
              <a:t>3.5x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891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Throughput Velocity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Accelerated cycle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342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6C38"/>
                </a:solidFill>
              </a:defRPr>
            </a:pPr>
            <a:r>
              <a:t>-45%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Operational Overhead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Cost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9370" y="1554480"/>
            <a:ext cx="165735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80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DA15E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80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FBF7"/>
                </a:solidFill>
              </a:defRPr>
            </a:pPr>
            <a:r>
              <a:t>Data Integrity</a:t>
            </a:r>
          </a:p>
          <a:p>
            <a:pPr>
              <a:spcBef>
                <a:spcPts val="600"/>
              </a:spcBef>
              <a:defRPr sz="1100">
                <a:solidFill>
                  <a:srgbClr val="C2B29F"/>
                </a:solidFill>
              </a:defRPr>
            </a:pPr>
            <a:r>
              <a:t>ACID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formance__impact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Modern vs Legacy Paradigm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Legacy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Siloed, manual processes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Static, rigid report templates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Fragmented data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606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606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Zenith Modern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Autonomous, integrated agent workflow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Kinetic, interactive 3D presentations</a:t>
            </a:r>
          </a:p>
          <a:p>
            <a:pPr>
              <a:spcBef>
                <a:spcPts val="800"/>
              </a:spcBef>
              <a:defRPr sz="1400">
                <a:solidFill>
                  <a:srgbClr val="C2B29F"/>
                </a:solidFill>
              </a:defRPr>
            </a:pPr>
            <a:r>
              <a:t>• Unified graph memory architecture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DFBF7"/>
                </a:solidFill>
              </a:defRPr>
            </a:pPr>
            <a:r>
              <a:t>Execution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D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DA15E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Phase 1: Foundation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Core engine rollout and baseline validation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606C38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Phase 2: Scale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Ecosystem integration and multi-team onboarding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DA15E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DFBF7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FBF7"/>
                </a:solidFill>
              </a:defRPr>
            </a:pPr>
            <a:r>
              <a:t>Phase 3: Autonomy</a:t>
            </a:r>
          </a:p>
          <a:p>
            <a:pPr>
              <a:spcBef>
                <a:spcPts val="600"/>
              </a:spcBef>
              <a:defRPr sz="1300">
                <a:solidFill>
                  <a:srgbClr val="C2B29F"/>
                </a:solidFill>
              </a:defRPr>
            </a:pPr>
            <a:r>
              <a:t>Autonomous optimization and real-time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241D19"/>
          </a:solidFill>
          <a:ln>
            <a:solidFill>
              <a:srgbClr val="423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ution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598"/>
            <a:ext cx="3108960" cy="20668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