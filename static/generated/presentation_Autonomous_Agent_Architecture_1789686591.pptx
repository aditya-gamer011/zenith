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Autonomous Agent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utonomous_agent_architectur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1"/>
            <a:ext cx="4937760" cy="2779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Autonomous Agent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Foundations of Self-Directing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Autonomous 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0175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Overview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Key presentation takeaway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tonomous_agent_architectur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34387"/>
            <a:ext cx="4297680" cy="282930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Strategic Context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Market dynamics and foundational objectives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Addressing critical industry shifts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Capitalizing on high-growth segments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Eliminating systemic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ic_context__opportunit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3584"/>
            <a:ext cx="4389120" cy="2470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Core Architecture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Precision Execution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High-performance pipeline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Sub-second response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3978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Scalable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Zero-friction onboarding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Enterprise security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02116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Continuous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Real-time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Automated feedback loops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Performance &amp; Impact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99.99%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Reliability SLA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Mission-critical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74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91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3.5x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91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Throughput Velocity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Accelerated cycle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34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-45%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Cost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93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80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80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Data Integrity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ACID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formance__impact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Modern vs Legacy Paradigm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Legacy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Siloed, manual processes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Static, rigid report templates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Fragmented data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Zenith Modern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Autonomous, integrated agent workflow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Kinetic, interactive 3D presentations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Unified graph memory architecture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Execution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1: Foundation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Core engine rollout and baseline validation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2: Scale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Ecosystem integration and multi-team onboarding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3: Autonomy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Autonomous optimization and real-time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ution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598"/>
            <a:ext cx="3108960" cy="2066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