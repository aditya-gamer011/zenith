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3FF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yne"/>
              </a:defRPr>
            </a:pPr>
            <a:r>
              <a:t>Autonomous AI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A95A5"/>
                </a:solidFill>
                <a:latin typeface="Inter"/>
              </a:defRPr>
            </a:pPr>
            <a:r>
              <a:t>Foundations of Self-Directing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2141C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yne"/>
              </a:defRPr>
            </a:pPr>
            <a:r>
              <a:t>Executive Briefing →</a:t>
            </a:r>
          </a:p>
        </p:txBody>
      </p:sp>
      <p:pic>
        <p:nvPicPr>
          <p:cNvPr id="7" name="Picture 6" descr="orb_cyberpunk_ne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3FF"/>
                </a:solidFill>
              </a:defRPr>
            </a:pPr>
            <a:r>
              <a:t>FOUNDATIONS</a:t>
            </a:r>
          </a:p>
          <a:p>
            <a:pPr>
              <a:defRPr sz="3200" b="1">
                <a:solidFill>
                  <a:srgbClr val="FFFFFF"/>
                </a:solidFill>
                <a:latin typeface="Syne"/>
              </a:defRPr>
            </a:pPr>
            <a:r>
              <a:t>Origins, Genesis &amp; Historical Context</a:t>
            </a:r>
          </a:p>
          <a:p>
            <a:pPr>
              <a:defRPr sz="1400">
                <a:solidFill>
                  <a:srgbClr val="8A95A5"/>
                </a:solidFill>
                <a:latin typeface="Inter"/>
              </a:defRPr>
            </a:pPr>
            <a:r>
              <a:t>Evolutionary background, discovery, and foundational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cyberpunk_ne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3FF"/>
                </a:solidFill>
              </a:defRPr>
            </a:pPr>
            <a:r>
              <a:t>ANATOMY</a:t>
            </a:r>
          </a:p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Core Structural Anatomy &amp;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Primary Architecture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Fundamental physical and structural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Dynamics &amp; Interaction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Operational mechanics and functional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Specialized Attributes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Unique defining properties and 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Optimization Vectors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Modern enhancements and iterative refinements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Empirical Data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00F3FF"/>
                </a:solidFill>
              </a:defRPr>
            </a:pPr>
            <a:r>
              <a:t>IMPACT FACTOR</a:t>
            </a:r>
          </a:p>
          <a:p>
            <a:pPr>
              <a:defRPr sz="5400" b="1">
                <a:solidFill>
                  <a:srgbClr val="FFFFFF"/>
                </a:solidFill>
                <a:latin typeface="Syne"/>
              </a:defRPr>
            </a:pPr>
            <a:r>
              <a:t>10x</a:t>
            </a:r>
          </a:p>
          <a:p>
            <a:pPr>
              <a:defRPr sz="1400">
                <a:solidFill>
                  <a:srgbClr val="8A95A5"/>
                </a:solidFill>
                <a:latin typeface="Inter"/>
              </a:defRPr>
            </a:pPr>
            <a:r>
              <a:t>Empirical advantage across primary operational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F3FF"/>
                </a:solidFill>
                <a:latin typeface="Syne"/>
              </a:defRPr>
            </a:pPr>
            <a:r>
              <a:t>99.4%</a:t>
            </a:r>
          </a:p>
          <a:p>
            <a:pPr>
              <a:defRPr sz="1300" b="1">
                <a:solidFill>
                  <a:srgbClr val="FFFFFF"/>
                </a:solidFill>
                <a:latin typeface="Syne"/>
              </a:defRPr>
            </a:pPr>
            <a:r>
              <a:t>Performance Fidelity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Standardized test efficiency and accuracy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F3FF"/>
                </a:solidFill>
                <a:latin typeface="Syne"/>
              </a:defRPr>
            </a:pPr>
            <a:r>
              <a:t>Top 1%</a:t>
            </a:r>
          </a:p>
          <a:p>
            <a:pPr>
              <a:defRPr sz="1300" b="1">
                <a:solidFill>
                  <a:srgbClr val="FFFFFF"/>
                </a:solidFill>
                <a:latin typeface="Syne"/>
              </a:defRPr>
            </a:pPr>
            <a:r>
              <a:t>Global Benchmark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Rank among comparative industry metrics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Paradigm Comparison: Traditional vs Modern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CONVENTIONAL STANDARDS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Constrained by legacy assumptions and rigid design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Higher degradation rate and manual maintenance friction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Isolated, fragmented execution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2141C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MODERN ADVANCED NEURAL EXECUTION CLUSTERS AND DECENTRALIZED AGENTS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Engineered with dynamic, adaptive, and resilient architecture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Optimized durability with reduced operational overhead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Evolutionary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F45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Phase 1: Validation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Rigorous baseline profiling and standardization of Neural Execution Clusters and Decentralized Agents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Phase 2: Modernization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Integration of advanced materials and contemporary techniques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Phase 3: Autonomous Scale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Widespread adoption, next-gen optimization, and global impact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