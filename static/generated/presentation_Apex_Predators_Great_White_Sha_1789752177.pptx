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Apex Predators: Great White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ex_predators_great_white_sharks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517"/>
            <a:ext cx="4937760" cy="32909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Apex Predators: Great White Sharks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Oceanic Dominance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User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Apex Predators: Great White Sharks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Oceanic Dominance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ex_predators_great_white_sharks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389"/>
            <a:ext cx="4389120" cy="29253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Origins, Genesis &amp; Historical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Evolutionary background, discovery, and foundational principles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Historical roots and early discoveries surrounding Apex Predators: Great White Sharks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Core driving mechanisms that established foundational standards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Evolutionary breakthroughs leading to contemporary paradigms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igins_genesis__historical_context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Core Structural Anatomy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Primary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Fundamental physical and structural characteristics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Core functional components and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5123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79443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9443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Dynamics &amp; Interaction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Operational mechanics and functional response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Interaction with external forces and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Specialized Attributes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Unique defining properties and strengths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Durability, resilience, and behavioral nuances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331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651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651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Optimization Vectors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Modern enhancements and iterative refinements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High-precision standards and efficiency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Empirical Data &amp;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10x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Impact Factor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Empirical advantage across primary operational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4A373"/>
                </a:solidFill>
              </a:defRPr>
            </a:pPr>
            <a:r>
              <a:t>99.4%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Performance Fidelity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Standardized test efficiency and accuracy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Top 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Global Benchmark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Rank among comparative industry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mpirical_data__performance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Paradigm Comparison: Traditional vs Modern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Conventional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Constrained by legacy assumptions and rigid design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Higher degradation rate and manual maintenance friction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Isolated, fragmented execution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Modern Advanced Apex Predators: Great White Sharks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Engineered with dynamic, adaptive, and resilient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Optimized durability with reduced operational overhead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Evolutionary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1: Validation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Rigorous baseline profiling and standardization of Apex Predators: Great White Sharks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2: Modernization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Integration of advanced materials and contemporary techniques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3: Autonomous Scale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Widespread adoption, next-gen optimization, and global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volutionary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874231"/>
            <a:ext cx="3108960" cy="17496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