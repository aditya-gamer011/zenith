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badminton_shuttlecock_design_an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7339"/>
            <a:ext cx="4937760" cy="3703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F4F6"/>
                </a:solidFill>
              </a:defRPr>
            </a:pPr>
            <a:r>
              <a:t>The Badminton Shuttlecock: Design and Dynamics</a:t>
            </a:r>
          </a:p>
          <a:p>
            <a:pPr>
              <a:spcBef>
                <a:spcPts val="2000"/>
              </a:spcBef>
              <a:defRPr sz="1300">
                <a:solidFill>
                  <a:srgbClr val="8E95A2"/>
                </a:solidFill>
              </a:defRPr>
            </a:pPr>
            <a:r>
              <a:t>Prepared for Zenith Executive Studio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Introduction to the Shuttlecock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uttlecock_design_evolution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49377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Visual Highlight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Evolution of the Shuttlecock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Feather vs. Synthetic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Aerodynamic Profile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Key Characteristics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Anatomy of a Feather Shuttlecock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373"/>
                </a:solidFill>
              </a:defRPr>
            </a:pPr>
            <a:r>
              <a:t>Anatomy of a Feather Shuttlecock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Premium Goose/Duck Feathers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Precision Cork Base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Handcrafted Stability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Flight Performance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her_shuttlecock_close_up_crafts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286000"/>
            <a:ext cx="4389120" cy="2926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The Synthetic Alternative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thetic_nylon_shuttlecock_compari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97380"/>
            <a:ext cx="4937760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Visual Highlight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Nylon Durability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Consistent Flight Trajectory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Cost-Effectiveness for Practice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Modern Material Innovations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Aerodynamics &amp; Flight Speed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Operational Efficiency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Automated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4A373"/>
                </a:solidFill>
              </a:defRPr>
            </a:pPr>
            <a:r>
              <a:t>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Continuous Monitoring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Real-time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&lt; 1s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Execution Latency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Instant 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adminton_shuttlecock_flight_trajec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873925"/>
            <a:ext cx="3108960" cy="175022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