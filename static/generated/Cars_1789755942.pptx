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Cars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Executive Briefing &amp; Comprehensive Analysis of cars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Plus Jakarta Sans"/>
              </a:defRPr>
            </a:pPr>
            <a:r>
              <a:t>Executive Briefing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4F4F6"/>
                </a:solidFill>
                <a:latin typeface="Plus Jakarta Sans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4F4F6"/>
                </a:solidFill>
                <a:latin typeface="Plus Jakarta Sans"/>
              </a:defRPr>
            </a:pPr>
            <a:r>
              <a:t>10x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99.4%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Top 1%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MODERN ADVANCED CARS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Rigorous baseline profiling and standardization of cars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