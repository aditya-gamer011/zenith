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Introduction to Sharks: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Apex Predators of the Marine Web: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Senses and Superpowers: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Conservation and Threats: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ks_apex_predators_of_the_ocean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25929"/>
            <a:ext cx="4937760" cy="34061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F4F6"/>
                </a:solidFill>
              </a:defRPr>
            </a:pPr>
            <a:r>
              <a:t>Sharks: Apex Predators of the Ocean</a:t>
            </a:r>
          </a:p>
          <a:p>
            <a:pPr>
              <a:spcBef>
                <a:spcPts val="1200"/>
              </a:spcBef>
              <a:defRPr sz="1800">
                <a:solidFill>
                  <a:srgbClr val="3B82F6"/>
                </a:solidFill>
              </a:defRPr>
            </a:pPr>
            <a:r>
              <a:t>Masters of the Deep Ocean</a:t>
            </a:r>
          </a:p>
          <a:p>
            <a:pPr>
              <a:spcBef>
                <a:spcPts val="2000"/>
              </a:spcBef>
              <a:defRPr sz="1300">
                <a:solidFill>
                  <a:srgbClr val="8E95A2"/>
                </a:solidFill>
              </a:defRPr>
            </a:pPr>
            <a:r>
              <a:t>Prepared for Zenith Studio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Introduction to Sharks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eat_white_shark_swimming_in_deep_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49377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Ancient lineage and biological mastery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Ancient lineage: over 400 million years old, predating trees and dinosaurs.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Cartilaginous skeleton: lightweight and flexible, made of cartilage instead of bone.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Diverse species: over 500 species ranging from the dwarf lanternshark to the massive whale shark.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Apex Predators of the Marine Web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937760" cy="47548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ark_in_coral_reef_marine_ecosyste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493776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371600"/>
            <a:ext cx="5486400" cy="475488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Pillars of ocean health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Ecological balance: regulate prey populations and maintain healthy coral reefs and seagrass beds.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Top-down control: prevent overgrazing by herbivores, preserving ocean carbon sinks.</a:t>
            </a:r>
          </a:p>
          <a:p>
            <a:pPr>
              <a:spcBef>
                <a:spcPts val="1000"/>
              </a:spcBef>
              <a:defRPr sz="1300">
                <a:solidFill>
                  <a:srgbClr val="8E95A2"/>
                </a:solidFill>
              </a:defRPr>
            </a:pPr>
            <a:r>
              <a:t>• Keystone species: their presence indicates a thriving, resilient marine ecosystem.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Senses and Superpowers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373"/>
                </a:solidFill>
              </a:defRPr>
            </a:pPr>
            <a:r>
              <a:t>Evolutionary adaptations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Ampullae of Lorenzini: specialized organs sensing weak electrical fields of prey.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Incredible smell: can detect a single drop of blood in millions of gallons of water.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Lateral line system: detects minute pressure changes and vibrations in the water column.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ose_up_shark_eye_skin_texture_und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86000"/>
            <a:ext cx="4389120" cy="2926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Conservation and Threats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100M+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Annual Mortalities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Estimated sharks killed yearly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4A373"/>
                </a:solidFill>
              </a:defRPr>
            </a:pPr>
            <a:r>
              <a:t>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Species Assessed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Diverse marine predators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22860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20116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400M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3657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F4F6"/>
                </a:solidFill>
              </a:defRPr>
            </a:pPr>
            <a:r>
              <a:t>Evolutionary Years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Predating dinosaurs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cean_conservation_marine_protected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2720"/>
            <a:ext cx="3108960" cy="2072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